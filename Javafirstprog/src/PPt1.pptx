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37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FDBC0-37B0-47D0-8E3E-C7AC132712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CE79FD-04F8-43C1-A37C-3E4759FDF6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4F8244-D5F2-4203-9C7A-2BDE76AAB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09171-D833-454C-BAAC-7AF40F2BF0AC}" type="datetimeFigureOut">
              <a:rPr lang="en-IN" smtClean="0"/>
              <a:t>14-04-2025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ABACFB-5161-479B-AAA4-AB445F8E5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AA690E-95CE-46B8-83AA-555469896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3F2D4-7FEE-400F-B5A8-BE01C0BD43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67143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6297D-9E4D-4600-9035-D35BB6488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41662C-C48F-4B5E-A950-090CCABEFF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5FC746-CD6D-49A8-9EDF-0B0F30AA0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09171-D833-454C-BAAC-7AF40F2BF0AC}" type="datetimeFigureOut">
              <a:rPr lang="en-IN" smtClean="0"/>
              <a:t>14-04-2025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91B5A2-ADF1-4BD1-AF75-48237E566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B3EB5A-9771-46AB-AA3A-E42F2FB1B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3F2D4-7FEE-400F-B5A8-BE01C0BD43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70295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9DFCE-0FBD-4410-B0E8-5721DC30AE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B80389-EB9B-4713-9272-C9056FE689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A11762-4912-40C9-BF38-F8F97FC1A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09171-D833-454C-BAAC-7AF40F2BF0AC}" type="datetimeFigureOut">
              <a:rPr lang="en-IN" smtClean="0"/>
              <a:t>14-04-2025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EE465C-D470-4059-9523-593AFD741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6F008B-CECF-424E-9FC8-F3BE868C5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3F2D4-7FEE-400F-B5A8-BE01C0BD43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55977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70B01-CCB9-4882-8C59-B27BEAFFF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A9AAB-2ECC-480A-9458-CC740B879A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773C33-7179-4D9D-AF87-D9EB486B3B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F0A7BC-9715-4D34-8026-7E50BD794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09171-D833-454C-BAAC-7AF40F2BF0AC}" type="datetimeFigureOut">
              <a:rPr lang="en-IN" smtClean="0"/>
              <a:t>14-04-2025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F9DE26-14AF-4E60-956B-5511C6FF2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24DBE4-4281-4BCE-A33D-5BC0CF9D1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3F2D4-7FEE-400F-B5A8-BE01C0BD43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2097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7C31B-6CA8-44E0-834B-95EBF4E3E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5C7803-4E72-4E9F-AC3F-E20DCFA356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ED532E-96B8-409F-B5FC-D4AC1AB7C6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E6CDB2-5842-4A40-8676-B0084B9383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8AEF1E-5B5B-4FEC-8EEC-B3B227AE7B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5FA2A2-BCC0-45E1-9025-6F3ECEFDA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09171-D833-454C-BAAC-7AF40F2BF0AC}" type="datetimeFigureOut">
              <a:rPr lang="en-IN" smtClean="0"/>
              <a:t>14-04-2025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60F8F3-B60F-48BB-9987-23442BCCE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3020EC-A566-4A81-A59F-F69464B7D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3F2D4-7FEE-400F-B5A8-BE01C0BD43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07947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54EBF-9E60-4D60-B967-F2496BC43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4F91B4-297B-42AB-9D84-EF17710E2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09171-D833-454C-BAAC-7AF40F2BF0AC}" type="datetimeFigureOut">
              <a:rPr lang="en-IN" smtClean="0"/>
              <a:t>14-04-2025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95339B-EF90-4378-98C5-890E44335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43AE85-5418-4CEB-B471-5042F1ADC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3F2D4-7FEE-400F-B5A8-BE01C0BD43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30363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0FE1E8-4FEF-4702-AE7D-C3CCE16E8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09171-D833-454C-BAAC-7AF40F2BF0AC}" type="datetimeFigureOut">
              <a:rPr lang="en-IN" smtClean="0"/>
              <a:t>14-04-2025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2F0BE5-3446-4D05-BCBB-8B68BE5E9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877F64-7831-4EA7-89D4-CAB55BD9F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3F2D4-7FEE-400F-B5A8-BE01C0BD43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34057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6A42A-7F70-48E5-8A5F-78BF015E9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C80292-3ABA-4D94-AA8E-CE1E0901FC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AD00C9-2A8B-4DB1-B807-779692EC76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BD05C3-1706-47BD-919A-1E0DCA806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09171-D833-454C-BAAC-7AF40F2BF0AC}" type="datetimeFigureOut">
              <a:rPr lang="en-IN" smtClean="0"/>
              <a:t>14-04-2025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E4B091-81D6-4CEF-8789-DEB15FF8B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53BE8C-BA8B-48A6-8FB9-67009B975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3F2D4-7FEE-400F-B5A8-BE01C0BD43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21680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E57E9-8EC5-4E5D-9E32-336066F90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DA27F7-CB60-4E4B-ADBD-A731CF9E76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C1440A-90AD-4F6D-A45A-51FDBB7E29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69D318-0F27-4A43-9586-5592D8EDE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09171-D833-454C-BAAC-7AF40F2BF0AC}" type="datetimeFigureOut">
              <a:rPr lang="en-IN" smtClean="0"/>
              <a:t>14-04-2025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02AD65-12BD-40F1-878F-CF65C5299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18217C-C018-45D2-9DFF-2A728EC14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3F2D4-7FEE-400F-B5A8-BE01C0BD43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36172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775D6-76FE-4C51-8C3E-52CEEBD9B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13CB3E-B13C-445A-A032-D95B84A2A0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D8739E-D529-4E53-988A-938F20A45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09171-D833-454C-BAAC-7AF40F2BF0AC}" type="datetimeFigureOut">
              <a:rPr lang="en-IN" smtClean="0"/>
              <a:t>14-04-2025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232AED-FC40-48CD-82A2-CF31B828E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77ACB7-FDEE-421A-BD20-5C37B1092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3F2D4-7FEE-400F-B5A8-BE01C0BD43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63683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E3E81-788F-4A4D-9D7E-EE38C3980E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F0D26B-9BBA-4B95-9ED8-031194166D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42BA17-1FC1-4541-8AE0-F4CE50C13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09171-D833-454C-BAAC-7AF40F2BF0AC}" type="datetimeFigureOut">
              <a:rPr lang="en-IN" smtClean="0"/>
              <a:t>14-04-2025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B0463-5E53-48ED-B7B8-3FBC16730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FBC3E0-B40F-4107-989A-8BB66EDDA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3F2D4-7FEE-400F-B5A8-BE01C0BD43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82940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917693-958A-42F7-BC3A-BDAAC8C6D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ED6AE4-B6DC-42D3-89CA-9ABB882360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A9C037-8B31-4190-A8B2-74D9413CAA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209171-D833-454C-BAAC-7AF40F2BF0AC}" type="datetimeFigureOut">
              <a:rPr lang="en-IN" smtClean="0"/>
              <a:t>14-04-2025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CA547C-C22A-4330-A6FC-7812773966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6DD853-1A44-4D54-8399-0DBB5BD8C5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B3F2D4-7FEE-400F-B5A8-BE01C0BD43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2507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D7715-0F5D-4979-9827-4A5F404A64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/>
              <a:t>Hello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50B8E2-2E85-4D07-9D64-93580F97479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89245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Hello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Hello</dc:title>
  <dc:creator>Student</dc:creator>
  <cp:lastModifiedBy>Student</cp:lastModifiedBy>
  <cp:revision>1</cp:revision>
  <dcterms:created xsi:type="dcterms:W3CDTF">2025-04-14T15:25:39Z</dcterms:created>
  <dcterms:modified xsi:type="dcterms:W3CDTF">2025-04-14T15:25:45Z</dcterms:modified>
</cp:coreProperties>
</file>